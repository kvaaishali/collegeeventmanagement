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9" r:id="rId11"/>
    <p:sldId id="344" r:id="rId12"/>
    <p:sldId id="345" r:id="rId13"/>
    <p:sldId id="346" r:id="rId14"/>
    <p:sldId id="340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08-03-2026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08-03-2026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08-03-2026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08-03-2026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Title:Online</a:t>
            </a: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 College Event Management Platform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K.vaishali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2520030117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Cluster:03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08-03-2026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Web-based platform for managing college events</a:t>
            </a:r>
          </a:p>
          <a:p>
            <a:r>
              <a:rPr lang="en-US" dirty="0"/>
              <a:t>Allows students to register for events online</a:t>
            </a:r>
          </a:p>
          <a:p>
            <a:r>
              <a:rPr lang="en-US" dirty="0"/>
              <a:t>Enables administrators to manage event details</a:t>
            </a:r>
          </a:p>
          <a:p>
            <a:r>
              <a:rPr lang="en-US" dirty="0"/>
              <a:t>Centralized system for event information</a:t>
            </a:r>
          </a:p>
          <a:p>
            <a:r>
              <a:rPr lang="en-US" dirty="0"/>
              <a:t>Reduces manual registration process</a:t>
            </a:r>
          </a:p>
          <a:p>
            <a:r>
              <a:rPr lang="en-US" dirty="0"/>
              <a:t>Improves communication between students and organizers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Events announced through notice boards</a:t>
            </a:r>
          </a:p>
          <a:p>
            <a:r>
              <a:rPr lang="en-US" dirty="0"/>
              <a:t>Registration done manually</a:t>
            </a:r>
          </a:p>
          <a:p>
            <a:r>
              <a:rPr lang="en-US" dirty="0"/>
              <a:t>Difficult to track participants</a:t>
            </a:r>
          </a:p>
          <a:p>
            <a:r>
              <a:rPr lang="en-US" dirty="0"/>
              <a:t>No centralized event management system</a:t>
            </a:r>
          </a:p>
          <a:p>
            <a:r>
              <a:rPr lang="en-US" dirty="0"/>
              <a:t>Time-consuming data management</a:t>
            </a:r>
          </a:p>
          <a:p>
            <a:r>
              <a:rPr lang="en-US" dirty="0"/>
              <a:t>High possibility of errors</a:t>
            </a:r>
          </a:p>
          <a:p>
            <a:pPr marL="457200" lvl="1" indent="-339725" algn="just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Online platform for event management</a:t>
            </a:r>
          </a:p>
          <a:p>
            <a:r>
              <a:rPr lang="en-US" dirty="0"/>
              <a:t>Easy event registration for students</a:t>
            </a:r>
          </a:p>
          <a:p>
            <a:r>
              <a:rPr lang="en-US" dirty="0"/>
              <a:t>Admin can manage events efficiently</a:t>
            </a:r>
          </a:p>
          <a:p>
            <a:r>
              <a:rPr lang="en-US" dirty="0"/>
              <a:t>Automated participant tracking</a:t>
            </a:r>
          </a:p>
          <a:p>
            <a:r>
              <a:rPr lang="en-US" dirty="0"/>
              <a:t>Centralized database for event data</a:t>
            </a:r>
          </a:p>
          <a:p>
            <a:r>
              <a:rPr lang="en-US" dirty="0"/>
              <a:t>Faster and reliable communication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Bullet points:</a:t>
            </a:r>
          </a:p>
          <a:p>
            <a:r>
              <a:rPr lang="en-US" dirty="0"/>
              <a:t>Three-tier architecture</a:t>
            </a:r>
          </a:p>
          <a:p>
            <a:r>
              <a:rPr lang="en-US" dirty="0"/>
              <a:t>Frontend for user interaction</a:t>
            </a:r>
          </a:p>
          <a:p>
            <a:r>
              <a:rPr lang="en-US" dirty="0"/>
              <a:t>Backend for application logic</a:t>
            </a:r>
          </a:p>
          <a:p>
            <a:r>
              <a:rPr lang="en-US" dirty="0"/>
              <a:t>Database for storing information</a:t>
            </a:r>
          </a:p>
          <a:p>
            <a:r>
              <a:rPr lang="en-US" dirty="0"/>
              <a:t>Web browser acts as client interface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Admin Module</a:t>
            </a:r>
            <a:endParaRPr lang="en-US" dirty="0"/>
          </a:p>
          <a:p>
            <a:r>
              <a:rPr lang="en-US" dirty="0"/>
              <a:t>Create and manage events</a:t>
            </a:r>
          </a:p>
          <a:p>
            <a:r>
              <a:rPr lang="en-US" dirty="0"/>
              <a:t>View registered participants</a:t>
            </a:r>
          </a:p>
          <a:p>
            <a:r>
              <a:rPr lang="en-US" dirty="0"/>
              <a:t>Update or delete event details</a:t>
            </a:r>
          </a:p>
          <a:p>
            <a:r>
              <a:rPr lang="en-US" b="1" dirty="0"/>
              <a:t>2. Student Module</a:t>
            </a:r>
            <a:endParaRPr lang="en-US" dirty="0"/>
          </a:p>
          <a:p>
            <a:r>
              <a:rPr lang="en-US" dirty="0"/>
              <a:t>View available events</a:t>
            </a:r>
          </a:p>
          <a:p>
            <a:r>
              <a:rPr lang="en-US" dirty="0"/>
              <a:t>Register for events</a:t>
            </a:r>
          </a:p>
          <a:p>
            <a:r>
              <a:rPr lang="en-US" dirty="0"/>
              <a:t>Check event information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E50B-D011-080C-2101-44974290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A13E-2E69-62E8-3CBF-3848BCFA6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3. Authentication Module</a:t>
            </a:r>
            <a:endParaRPr lang="en-US" dirty="0"/>
          </a:p>
          <a:p>
            <a:r>
              <a:rPr lang="en-US" dirty="0"/>
              <a:t>User login system</a:t>
            </a:r>
          </a:p>
          <a:p>
            <a:r>
              <a:rPr lang="en-US" dirty="0"/>
              <a:t>User registration</a:t>
            </a:r>
          </a:p>
          <a:p>
            <a:r>
              <a:rPr lang="en-US" dirty="0"/>
              <a:t>Secure access control</a:t>
            </a:r>
          </a:p>
          <a:p>
            <a:r>
              <a:rPr lang="en-US" b="1" dirty="0"/>
              <a:t>4. Event Management Module</a:t>
            </a:r>
            <a:endParaRPr lang="en-US" dirty="0"/>
          </a:p>
          <a:p>
            <a:r>
              <a:rPr lang="en-US" dirty="0"/>
              <a:t>Event creation</a:t>
            </a:r>
          </a:p>
          <a:p>
            <a:r>
              <a:rPr lang="en-US" dirty="0"/>
              <a:t>Event scheduling</a:t>
            </a:r>
          </a:p>
          <a:p>
            <a:r>
              <a:rPr lang="en-US" dirty="0"/>
              <a:t>Participant tracking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8 — Objectives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DE05C-CB8F-51D9-D769-87634404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66A8-61F3-AF83-8DD2-F3F94141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DE94-CB14-FF74-7DDC-39E40D4D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30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Simplify event management process</a:t>
            </a:r>
          </a:p>
          <a:p>
            <a:r>
              <a:rPr lang="en-US" dirty="0"/>
              <a:t>Provide online event registration</a:t>
            </a:r>
          </a:p>
          <a:p>
            <a:r>
              <a:rPr lang="en-US" dirty="0"/>
              <a:t>Reduce manual paperwork</a:t>
            </a:r>
          </a:p>
          <a:p>
            <a:r>
              <a:rPr lang="en-US" dirty="0"/>
              <a:t>Improve communication between students and organizers</a:t>
            </a:r>
          </a:p>
          <a:p>
            <a:r>
              <a:rPr lang="en-US" dirty="0"/>
              <a:t>Maintain centralized event records</a:t>
            </a:r>
          </a:p>
          <a:p>
            <a:r>
              <a:rPr lang="en-US" dirty="0"/>
              <a:t>Enhance user experience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CO1</a:t>
            </a:r>
            <a:endParaRPr lang="en-IN" dirty="0"/>
          </a:p>
          <a:p>
            <a:r>
              <a:rPr lang="en-IN" dirty="0"/>
              <a:t>Design responsive web pages using HTML and CSS</a:t>
            </a:r>
          </a:p>
          <a:p>
            <a:r>
              <a:rPr lang="en-IN" b="1" dirty="0"/>
              <a:t>CO2</a:t>
            </a:r>
            <a:endParaRPr lang="en-IN" dirty="0"/>
          </a:p>
          <a:p>
            <a:r>
              <a:rPr lang="en-IN" dirty="0"/>
              <a:t>Implement interactive elements using JavaScript</a:t>
            </a:r>
          </a:p>
          <a:p>
            <a:r>
              <a:rPr lang="en-IN" b="1" dirty="0"/>
              <a:t>CO3</a:t>
            </a:r>
            <a:endParaRPr lang="en-IN" dirty="0"/>
          </a:p>
          <a:p>
            <a:r>
              <a:rPr lang="en-IN" dirty="0"/>
              <a:t>Develop user-friendly interfaces</a:t>
            </a:r>
          </a:p>
          <a:p>
            <a:r>
              <a:rPr lang="en-IN" b="1" dirty="0"/>
              <a:t>CO4</a:t>
            </a:r>
            <a:endParaRPr lang="en-IN" dirty="0"/>
          </a:p>
          <a:p>
            <a:r>
              <a:rPr lang="en-IN" dirty="0"/>
              <a:t>Connect frontend with backend systems</a:t>
            </a:r>
          </a:p>
          <a:p>
            <a:r>
              <a:rPr lang="en-IN" b="1" dirty="0"/>
              <a:t>CO5</a:t>
            </a:r>
            <a:endParaRPr lang="en-IN" dirty="0"/>
          </a:p>
          <a:p>
            <a:r>
              <a:rPr lang="en-IN" dirty="0"/>
              <a:t>Deploy and test web applications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CO1</a:t>
            </a:r>
            <a:endParaRPr lang="en-IN" dirty="0"/>
          </a:p>
          <a:p>
            <a:r>
              <a:rPr lang="en-IN" dirty="0"/>
              <a:t>Use data structures for storing event data</a:t>
            </a:r>
          </a:p>
          <a:p>
            <a:r>
              <a:rPr lang="en-IN" b="1" dirty="0"/>
              <a:t>CO2</a:t>
            </a:r>
            <a:endParaRPr lang="en-IN" dirty="0"/>
          </a:p>
          <a:p>
            <a:r>
              <a:rPr lang="en-IN" dirty="0"/>
              <a:t>Implement searching algorithms for events</a:t>
            </a:r>
          </a:p>
          <a:p>
            <a:r>
              <a:rPr lang="en-IN" b="1" dirty="0"/>
              <a:t>CO3</a:t>
            </a:r>
            <a:endParaRPr lang="en-IN" dirty="0"/>
          </a:p>
          <a:p>
            <a:r>
              <a:rPr lang="en-IN" dirty="0"/>
              <a:t>Use sorting algorithms for participant lists</a:t>
            </a:r>
          </a:p>
          <a:p>
            <a:r>
              <a:rPr lang="en-IN" b="1" dirty="0"/>
              <a:t>CO4</a:t>
            </a:r>
            <a:endParaRPr lang="en-IN" dirty="0"/>
          </a:p>
          <a:p>
            <a:r>
              <a:rPr lang="en-IN" dirty="0"/>
              <a:t>Optimize system performance</a:t>
            </a:r>
          </a:p>
          <a:p>
            <a:r>
              <a:rPr lang="en-IN" b="1" dirty="0"/>
              <a:t>CO5</a:t>
            </a:r>
            <a:endParaRPr lang="en-IN" dirty="0"/>
          </a:p>
          <a:p>
            <a:r>
              <a:rPr lang="en-IN" dirty="0"/>
              <a:t>Apply algorithmic problem-solving techniques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550D-1730-34EA-8ABA-9BB036DE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(Add screenshots in PPT)</a:t>
            </a:r>
          </a:p>
          <a:p>
            <a:r>
              <a:rPr lang="en-US" dirty="0"/>
              <a:t>Suggested screenshots:</a:t>
            </a:r>
          </a:p>
          <a:p>
            <a:r>
              <a:rPr lang="en-US" dirty="0"/>
              <a:t>Home Page</a:t>
            </a:r>
          </a:p>
          <a:p>
            <a:r>
              <a:rPr lang="en-US" dirty="0"/>
              <a:t>Event List Page</a:t>
            </a:r>
          </a:p>
          <a:p>
            <a:r>
              <a:rPr lang="en-US" dirty="0"/>
              <a:t>Event Registration Form</a:t>
            </a:r>
          </a:p>
          <a:p>
            <a:r>
              <a:rPr lang="en-US" dirty="0"/>
              <a:t>Admin Dashboard</a:t>
            </a:r>
          </a:p>
          <a:p>
            <a:r>
              <a:rPr lang="en-US" dirty="0"/>
              <a:t>Event Creation Page</a:t>
            </a:r>
          </a:p>
          <a:p>
            <a:r>
              <a:rPr lang="en-US" dirty="0"/>
              <a:t>Database Table View</a:t>
            </a:r>
          </a:p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Developed an efficient event management system</a:t>
            </a:r>
          </a:p>
          <a:p>
            <a:r>
              <a:rPr lang="en-US" dirty="0"/>
              <a:t>Simplifies event organization and registration</a:t>
            </a:r>
          </a:p>
          <a:p>
            <a:r>
              <a:rPr lang="en-US" dirty="0"/>
              <a:t>Reduces manual work</a:t>
            </a:r>
          </a:p>
          <a:p>
            <a:r>
              <a:rPr lang="en-US" dirty="0"/>
              <a:t>Provides centralized event information</a:t>
            </a:r>
          </a:p>
          <a:p>
            <a:r>
              <a:rPr lang="en-US" dirty="0"/>
              <a:t>Improves communication between students and organizers</a:t>
            </a:r>
          </a:p>
          <a:p>
            <a:r>
              <a:rPr lang="en-US" dirty="0"/>
              <a:t>Future scope includes mobile app integration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83DFD-4145-46B6-BA5B-4C9D68B54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(Add photos such as)</a:t>
            </a:r>
          </a:p>
          <a:p>
            <a:r>
              <a:rPr lang="en-US" dirty="0"/>
              <a:t>Working on project in lab</a:t>
            </a:r>
          </a:p>
          <a:p>
            <a:r>
              <a:rPr lang="en-US" dirty="0"/>
              <a:t>Team discussion during development</a:t>
            </a:r>
          </a:p>
          <a:p>
            <a:r>
              <a:rPr lang="en-US" dirty="0"/>
              <a:t>Supervisor guidance session</a:t>
            </a:r>
          </a:p>
          <a:p>
            <a:r>
              <a:rPr lang="en-US" dirty="0"/>
              <a:t>Project presentation</a:t>
            </a:r>
          </a:p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  <a:p>
            <a:pPr marL="0" indent="0" algn="ctr">
              <a:buNone/>
            </a:pPr>
            <a:endParaRPr lang="en-IN" sz="4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3705</TotalTime>
  <Words>629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Title:Online College Event Management Platform</vt:lpstr>
      <vt:lpstr>OUTLINE</vt:lpstr>
      <vt:lpstr>Abstract</vt:lpstr>
      <vt:lpstr>Existing System </vt:lpstr>
      <vt:lpstr>Proposed System</vt:lpstr>
      <vt:lpstr>System Architecture</vt:lpstr>
      <vt:lpstr>Project Modules</vt:lpstr>
      <vt:lpstr>PowerPoint Presentation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VENU BABU</cp:lastModifiedBy>
  <cp:revision>53</cp:revision>
  <dcterms:created xsi:type="dcterms:W3CDTF">2022-05-20T10:20:31Z</dcterms:created>
  <dcterms:modified xsi:type="dcterms:W3CDTF">2026-03-08T15:23:21Z</dcterms:modified>
</cp:coreProperties>
</file>